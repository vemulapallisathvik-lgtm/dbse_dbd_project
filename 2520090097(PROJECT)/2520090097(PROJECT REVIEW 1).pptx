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Inter"/>
      <ns0:bold ns1:id="rIdFont14"/>
      <ns0:regular ns1:id="rIdFont15"/>
    </ns0:embeddedFont>
    <ns0:embeddedFont>
      <ns0:font typeface="JetBrains Mono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45736164-de3e-49a0-af5e-ef251854f724.fntdata" /><ns0:Relationship Id="rIdFont15" Type="http://schemas.openxmlformats.org/officeDocument/2006/relationships/font" Target="fonts/9eacee12-79e9-43ed-a6f1-ac1b271e5811.fntdata" /><ns0:Relationship Id="rIdFont16" Type="http://schemas.openxmlformats.org/officeDocument/2006/relationships/font" Target="fonts/e7433051-9382-4caf-a85a-bb68c2479a13.fntdata" /><ns0:Relationship Id="rIdFont17" Type="http://schemas.openxmlformats.org/officeDocument/2006/relationships/font" Target="fonts/487378d2-6dd6-43c4-be29-eda717b800a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886991"/>
            <a:ext cx="10715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0B981"/>
                </a:solidFill>
                <a:latin typeface="Inter"/>
              </a:rPr>
              <a:t>DBMS MINI PROJECT —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15616"/>
            <a:ext cx="910113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Architecture &amp;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61358"/>
            <a:ext cx="8667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Technology stack, multi-tier architecture, and normalized MySQL schema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9780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30960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141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33321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APPLICATION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Proposed System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05212"/>
            <a:ext cx="232021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1.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67162"/>
            <a:ext cx="186303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Enrol student and face vector into MySQL.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0780" y="3605212"/>
            <a:ext cx="232021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2.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0780" y="3967162"/>
            <a:ext cx="186303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Student selects section and enters roll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1960" y="3605212"/>
            <a:ext cx="232021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3.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1960" y="3967162"/>
            <a:ext cx="186303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Extract facial feature vector from webcam frame.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141" y="3605212"/>
            <a:ext cx="232021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4.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3141" y="3967162"/>
            <a:ext cx="186303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Compare captured vector against stored vector.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321" y="3605212"/>
            <a:ext cx="232021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5.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321" y="3967162"/>
            <a:ext cx="186303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Insert timestamped row into attendance 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71650"/>
            <a:ext cx="3454449" cy="447675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771650"/>
            <a:ext cx="3454449" cy="447675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771650"/>
            <a:ext cx="3454449" cy="447675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600" y="3114675"/>
            <a:ext cx="26924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49849" y="3114675"/>
            <a:ext cx="26924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9099" y="3114675"/>
            <a:ext cx="26924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52650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49" y="215265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99" y="2152650"/>
            <a:ext cx="2667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STACK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Technology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686050"/>
            <a:ext cx="2927084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849" y="2686050"/>
            <a:ext cx="2927084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Vision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99" y="2686050"/>
            <a:ext cx="2927084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Database &amp; 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36232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HTML5 / CSS3: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Forms and status display.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391477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JavaScript: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Live camera preview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9849" y="336232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Computer Vision: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Face detection.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9849" y="391477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Face Matcher API: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Vector encoding.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9849" y="446722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Matcher Engine: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Similarity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9099" y="336232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MySQL Server: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Relational master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9099" y="391477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SQL / DML: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Report queries and logging.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9099" y="4467225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Hardware: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720p Webcam, Dual-core CPU.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71650"/>
            <a:ext cx="3454449" cy="4476750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771650"/>
            <a:ext cx="3454449" cy="4476750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771650"/>
            <a:ext cx="3454449" cy="4476750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771650"/>
            <a:ext cx="3454449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1771650"/>
            <a:ext cx="3454449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1771650"/>
            <a:ext cx="3454449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Three-Tier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209800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849" y="2209800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99" y="2209800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Database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714625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82F6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Login and Enrolment forms.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067050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82F6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Live camera feed display.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3419475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82F6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Success or mismatch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8449" y="2714625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8B5CF6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Credential validation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8449" y="3067050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8B5CF6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Face detection algorithms.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8449" y="3419475"/>
            <a:ext cx="2559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8B5CF6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Biometric matcher comparison.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7699" y="2714625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MySQL Server execution.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99" y="3067050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Persistent SQL read/write.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7699" y="3419475"/>
            <a:ext cx="31369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"/>
              </a:rPr>
              <a:t>•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Vector and log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71650"/>
            <a:ext cx="3454449" cy="4476750"/>
          </a:xfrm>
          <a:prstGeom prst="roundRect">
            <a:avLst>
              <a:gd name="adj" fmla="val 220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771650"/>
            <a:ext cx="3454449" cy="4476750"/>
          </a:xfrm>
          <a:prstGeom prst="roundRect">
            <a:avLst>
              <a:gd name="adj" fmla="val 220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771650"/>
            <a:ext cx="3454449" cy="4476750"/>
          </a:xfrm>
          <a:prstGeom prst="roundRect">
            <a:avLst>
              <a:gd name="adj" fmla="val 220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1781175"/>
            <a:ext cx="3435399" cy="5238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23050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2819400"/>
            <a:ext cx="3435399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" y="33337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" y="3848100"/>
            <a:ext cx="3435399" cy="504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8374" y="1781175"/>
            <a:ext cx="3435399" cy="5238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8374" y="23050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8374" y="2819400"/>
            <a:ext cx="3435399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8374" y="3333750"/>
            <a:ext cx="3435399" cy="504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7624" y="1781175"/>
            <a:ext cx="3435399" cy="5238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7624" y="23050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7624" y="2819400"/>
            <a:ext cx="3435399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7624" y="33337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7624" y="3848100"/>
            <a:ext cx="3435399" cy="504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125" y="28098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" y="332422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38385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8374" y="28098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8374" y="332422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7624" y="28098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7624" y="332422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7624" y="38385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DATA MODELING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Normalized Database Schema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1933575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JetBrains Mono"/>
              </a:rPr>
              <a:t>student_master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2457450"/>
            <a:ext cx="1428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roll_no (PK)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8724" y="2457450"/>
            <a:ext cx="628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VARCHAR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2971800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8724" y="2971800"/>
            <a:ext cx="628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VARCHAR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" y="3486150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dept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8724" y="3486150"/>
            <a:ext cx="628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VARCHAR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525" y="4000500"/>
            <a:ext cx="952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section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8724" y="4000500"/>
            <a:ext cx="628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VARCHAR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0774" y="1933575"/>
            <a:ext cx="410891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JetBrains Mono"/>
              </a:rPr>
              <a:t>face_vectors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0774" y="2457450"/>
            <a:ext cx="952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id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2774" y="2457450"/>
            <a:ext cx="323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0774" y="2971800"/>
            <a:ext cx="1428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roll_no (FK)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7974" y="2971800"/>
            <a:ext cx="628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VARCHAR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0774" y="3486150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encoded_vector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6574" y="3486150"/>
            <a:ext cx="4000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BLOB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0024" y="1933575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JetBrains Mono"/>
              </a:rPr>
              <a:t>attendance_log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0024" y="2457450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log_id (PK)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92023" y="2457450"/>
            <a:ext cx="323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0024" y="2971800"/>
            <a:ext cx="1428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roll_no (FK)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7223" y="2971800"/>
            <a:ext cx="628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VARCHAR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0024" y="3486150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15823" y="3486150"/>
            <a:ext cx="4000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0024" y="4000500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15823" y="4000500"/>
            <a:ext cx="4000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038600"/>
            <a:ext cx="4572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01963" y="2790825"/>
            <a:ext cx="4588073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End of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1406" y="3505200"/>
            <a:ext cx="4929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Architecture and Design Phase Completed.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https://media.istockphoto.com/id/2273664489/vector/abstract-data-server-center-room-with-ai-cloud-internet-network.jpg?s=612x612&amp;w=0&amp;k=20&amp;c=v4bBB-DGsfimGj282tPvUGB0ycB-gbaw5j_I8BjApTM=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4302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
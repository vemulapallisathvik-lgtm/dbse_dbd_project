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fef9cc9a-08e7-442d-8d8d-f22b0a926458.fntdata" /><ns0:Relationship Id="rIdFont13" Type="http://schemas.openxmlformats.org/officeDocument/2006/relationships/font" Target="fonts/098740d5-1f26-4c5a-8938-3fdc8639eb6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360265"/>
            <a:ext cx="10715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A855F7"/>
                </a:solidFill>
                <a:latin typeface="Inter"/>
              </a:rPr>
              <a:t>DBMS MINI PROJECT —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88890"/>
            <a:ext cx="11251406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Implementation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64160"/>
            <a:ext cx="10715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Vision module pipeline execution, project boundaries, and deployment status.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90912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2225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53537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1" y="34480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062" y="4010025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843" y="344805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5" y="4010025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9968" y="3448050"/>
            <a:ext cx="333375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87" y="4010025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7468" y="3448050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ALGORITHMIC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Computer Vision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65" y="3981450"/>
            <a:ext cx="225653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1.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492" y="4343400"/>
            <a:ext cx="214907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Webcam frame capture.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77" y="3981450"/>
            <a:ext cx="225653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2.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0804" y="4343400"/>
            <a:ext cx="214907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Locate facial landmarks.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390" y="3981450"/>
            <a:ext cx="225653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3.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2117" y="4343400"/>
            <a:ext cx="214907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Build numeric feature vector.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9702" y="3981450"/>
            <a:ext cx="225653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4.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3429" y="4343400"/>
            <a:ext cx="214907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Calculate vector similarity.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247900"/>
            <a:ext cx="51816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247900"/>
            <a:ext cx="518160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2225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1942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6625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33825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91025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6222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9425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76625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3825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91025"/>
            <a:ext cx="22860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PROJECT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Scope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771650"/>
            <a:ext cx="554069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In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71650"/>
            <a:ext cx="554069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4748B"/>
                </a:solidFill>
                <a:latin typeface="Inter"/>
              </a:rPr>
              <a:t>Out of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2571750"/>
            <a:ext cx="6096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Student biometric enrolment.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3028950"/>
            <a:ext cx="6096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Live webcam capture.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3486150"/>
            <a:ext cx="6096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One-to-one verification.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943350"/>
            <a:ext cx="6096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MySQL log insertion.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4400550"/>
            <a:ext cx="6096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Instant defaulter listing.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2571750"/>
            <a:ext cx="541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64748B"/>
                </a:solidFill>
                <a:latin typeface="Inter"/>
              </a:rPr>
              <a:t>Mobile offline capture.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800" y="3028950"/>
            <a:ext cx="541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64748B"/>
                </a:solidFill>
                <a:latin typeface="Inter"/>
              </a:rPr>
              <a:t>Multi-campus cloud sync.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0" y="3486150"/>
            <a:ext cx="541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64748B"/>
                </a:solidFill>
                <a:latin typeface="Inter"/>
              </a:rPr>
              <a:t>Liveness photo detection.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3943350"/>
            <a:ext cx="541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64748B"/>
                </a:solidFill>
                <a:latin typeface="Inter"/>
              </a:rPr>
              <a:t>Payroll timetable links.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800" y="4400550"/>
            <a:ext cx="541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64748B"/>
                </a:solidFill>
                <a:latin typeface="Inter"/>
              </a:rPr>
              <a:t>Full classroom recognition.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7851" y="2319337"/>
            <a:ext cx="10376296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Inter"/>
              </a:rPr>
              <a:t>Questions &amp; Answers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3062" y="3195637"/>
            <a:ext cx="89058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Thank you for your time. The demonstration environment is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5390" y="4081462"/>
            <a:ext cx="5941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SMART ATTENDANCE SYSTEM USING FACE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0609" y="4348162"/>
            <a:ext cx="625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A855F7"/>
                </a:solidFill>
                <a:latin typeface="Inter"/>
              </a:rPr>
              <a:t>Department of Computer Science &amp; Engineering | DBMS Project Viva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1020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https://cdn.prod.website-files.com/645b9abe6a218233e4ac7428/698b62c64c5eefb1495a52ab_Code%20Review%20Blog%20Bars.webp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3024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www.thevirtualforge.com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
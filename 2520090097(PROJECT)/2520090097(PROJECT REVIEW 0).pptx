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</ns0:sldIdLst>
  <ns0:sldSz cx="12192000" cy="6858000" type="screen4x3"/>
  <ns0:notesSz cx="6858000" cy="9144000"/>
  <ns0:embeddedFontLst>
    <ns0:embeddedFont>
      <ns0:font typeface="Inter"/>
      <ns0:bold ns1:id="rIdFont13"/>
      <ns0:regular ns1:id="rIdFont14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Font13" Type="http://schemas.openxmlformats.org/officeDocument/2006/relationships/font" Target="fonts/c315b1e4-2a91-4f88-bdd1-92b5b03bcc7b.fntdata" /><ns0:Relationship Id="rIdFont14" Type="http://schemas.openxmlformats.org/officeDocument/2006/relationships/font" Target="fonts/966ae8ba-3fda-4957-ac43-dc434ac0250d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09600" y="4202310"/>
            <a:ext cx="9525000" cy="1375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4202310"/>
            <a:ext cx="95250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1280219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Inter"/>
              </a:rPr>
              <a:t>DBMS MINI PROJECT — REVIEW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623119"/>
            <a:ext cx="10101262" cy="1340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b="1" sz="4800" i="0" u="none">
                <a:solidFill>
                  <a:srgbClr val="F8FAFC"/>
                </a:solidFill>
                <a:latin typeface="Inter"/>
              </a:rPr>
              <a:t>Smart Attendance System Using Face Recognition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192660"/>
            <a:ext cx="96202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94A3B8"/>
                </a:solidFill>
                <a:latin typeface="Inter"/>
              </a:rPr>
              <a:t>Automated student verification with biometric matching and centralised MySQL record keeping.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4516635"/>
            <a:ext cx="3726656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PROJECT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0525" y="4516635"/>
            <a:ext cx="3429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DEPARTMENT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0525" y="4754760"/>
            <a:ext cx="3429000" cy="2742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F8FAFC"/>
                </a:solidFill>
                <a:latin typeface="Inter"/>
              </a:rPr>
              <a:t>Computer Science &amp;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4754760"/>
            <a:ext cx="3726656" cy="2742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F8FAFC"/>
                </a:solidFill>
                <a:latin typeface="Inter"/>
              </a:rPr>
              <a:t>V. Shiva Venkata Sai (2520090092)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5029051"/>
            <a:ext cx="3726656" cy="2742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F8FAFC"/>
                </a:solidFill>
                <a:latin typeface="Inter"/>
              </a:rPr>
              <a:t>V. Sathvik (2520090097)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5303341"/>
            <a:ext cx="3726656" cy="2742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F8FAFC"/>
                </a:solidFill>
                <a:latin typeface="Inter"/>
              </a:rPr>
              <a:t>R. Pranav (2520090109)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71787"/>
            <a:ext cx="2571750" cy="2276475"/>
          </a:xfrm>
          <a:prstGeom prst="roundRect">
            <a:avLst>
              <a:gd name="adj" fmla="val 6694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9950" y="2733675"/>
            <a:ext cx="2571750" cy="2552700"/>
          </a:xfrm>
          <a:prstGeom prst="roundRect">
            <a:avLst>
              <a:gd name="adj" fmla="val 597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2733675"/>
            <a:ext cx="2571750" cy="2552700"/>
          </a:xfrm>
          <a:prstGeom prst="roundRect">
            <a:avLst>
              <a:gd name="adj" fmla="val 597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010650" y="2733675"/>
            <a:ext cx="2571750" cy="2552700"/>
          </a:xfrm>
          <a:prstGeom prst="roundRect">
            <a:avLst>
              <a:gd name="adj" fmla="val 597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875" y="3252787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5800" y="3114675"/>
            <a:ext cx="40005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114675"/>
            <a:ext cx="51435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9350" y="3114675"/>
            <a:ext cx="514350" cy="45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6096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THE CHALLENGE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847725"/>
            <a:ext cx="11582400" cy="466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Inter"/>
              </a:rPr>
              <a:t>Problem Statement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7814" y="3938587"/>
            <a:ext cx="257532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Inter"/>
              </a:rPr>
              <a:t>Lost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9131" y="4367212"/>
            <a:ext cx="2452687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Inter"/>
              </a:rPr>
              <a:t>10 minutes lost per lecture.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08164" y="3800475"/>
            <a:ext cx="2575321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Inter"/>
              </a:rPr>
              <a:t>Proxy Attendance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69481" y="4505325"/>
            <a:ext cx="2452687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Inter"/>
              </a:rPr>
              <a:t>Trivial delegation by peers.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514" y="3800475"/>
            <a:ext cx="2575321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Inter"/>
              </a:rPr>
              <a:t>Transcription Errors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9831" y="4505325"/>
            <a:ext cx="2452687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Inter"/>
              </a:rPr>
              <a:t>Manual spreadsheet data entry.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8864" y="3800475"/>
            <a:ext cx="2575321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Inter"/>
              </a:rPr>
              <a:t>No Instant Reports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0181" y="4505325"/>
            <a:ext cx="2452687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Inter"/>
              </a:rPr>
              <a:t>Defaulter lists require manual counting.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87103" y="3386137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89834" y="3386137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192565" y="3386137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995296" y="3386137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4206" y="3586162"/>
            <a:ext cx="238125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6937" y="3586162"/>
            <a:ext cx="238125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9668" y="3586162"/>
            <a:ext cx="238125" cy="266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2071687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CURRENT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2309812"/>
            <a:ext cx="11582400" cy="466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Inter"/>
              </a:rPr>
              <a:t>How attendance is handled today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4228" y="3386137"/>
            <a:ext cx="89535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Inter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0530" y="4224337"/>
            <a:ext cx="196274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F172A"/>
                </a:solidFill>
                <a:latin typeface="Inter"/>
              </a:rPr>
              <a:t>Paper Register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590" y="4586287"/>
            <a:ext cx="27146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4748B"/>
                </a:solidFill>
                <a:latin typeface="Inter"/>
              </a:rPr>
              <a:t>Physical roll call by faculty.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46959" y="3386137"/>
            <a:ext cx="89535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Inter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521" y="4224337"/>
            <a:ext cx="180022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F172A"/>
                </a:solidFill>
                <a:latin typeface="Inter"/>
              </a:rPr>
              <a:t>Verbal 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6618" y="4586287"/>
            <a:ext cx="253603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4748B"/>
                </a:solidFill>
                <a:latin typeface="Inter"/>
              </a:rPr>
              <a:t>Identity is never verified.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9690" y="3386137"/>
            <a:ext cx="89535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Inter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3503" y="4224337"/>
            <a:ext cx="1787723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F172A"/>
                </a:solidFill>
                <a:latin typeface="Inter"/>
              </a:rPr>
              <a:t>Manual Entry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50756" y="4586287"/>
            <a:ext cx="289321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4748B"/>
                </a:solidFill>
                <a:latin typeface="Inter"/>
              </a:rPr>
              <a:t>Duplicated effort and errors.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52421" y="3386137"/>
            <a:ext cx="89535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Inter"/>
              </a:rPr>
              <a:t>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736" y="4224337"/>
            <a:ext cx="176272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F172A"/>
                </a:solidFill>
                <a:latin typeface="Inter"/>
              </a:rPr>
              <a:t>Isolated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84456" y="4586287"/>
            <a:ext cx="263128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4748B"/>
                </a:solidFill>
                <a:latin typeface="Inter"/>
              </a:rPr>
              <a:t>No shared central record.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05087"/>
            <a:ext cx="3505200" cy="1390650"/>
          </a:xfrm>
          <a:prstGeom prst="roundRect">
            <a:avLst>
              <a:gd name="adj" fmla="val 8219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605087"/>
            <a:ext cx="3505200" cy="1390650"/>
          </a:xfrm>
          <a:prstGeom prst="roundRect">
            <a:avLst>
              <a:gd name="adj" fmla="val 8219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605087"/>
            <a:ext cx="3505200" cy="1390650"/>
          </a:xfrm>
          <a:prstGeom prst="roundRect">
            <a:avLst>
              <a:gd name="adj" fmla="val 8219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4224337"/>
            <a:ext cx="3505200" cy="1190625"/>
          </a:xfrm>
          <a:prstGeom prst="roundRect">
            <a:avLst>
              <a:gd name="adj" fmla="val 9600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43400" y="4224337"/>
            <a:ext cx="3505200" cy="1190625"/>
          </a:xfrm>
          <a:prstGeom prst="roundRect">
            <a:avLst>
              <a:gd name="adj" fmla="val 9600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77200" y="4224337"/>
            <a:ext cx="3505200" cy="1190625"/>
          </a:xfrm>
          <a:prstGeom prst="roundRect">
            <a:avLst>
              <a:gd name="adj" fmla="val 9600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096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PROJECT GOALS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847725"/>
            <a:ext cx="11582400" cy="466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Inter"/>
              </a:rPr>
              <a:t>Primary 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2919412"/>
            <a:ext cx="377547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1. Eliminate Proxies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3281362"/>
            <a:ext cx="29718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Biometric match prevents delegation.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7725" y="2919412"/>
            <a:ext cx="377547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2. Automate Marking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7725" y="3281362"/>
            <a:ext cx="29718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Remove manual transcription steps.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1525" y="2919412"/>
            <a:ext cx="377547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3. Normalised Schema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1525" y="3281362"/>
            <a:ext cx="29718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Relational models with proper keys.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925" y="4538662"/>
            <a:ext cx="377547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4. Centralise Records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925" y="4900612"/>
            <a:ext cx="35956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Single authoritative MySQL store.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57725" y="4538662"/>
            <a:ext cx="377547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5. Instant Retrieval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57725" y="4900612"/>
            <a:ext cx="35956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Date and subject specific queries.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1525" y="4538662"/>
            <a:ext cx="377547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6. Simple Interface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1525" y="4900612"/>
            <a:ext cx="35956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Browser-based accessible UI.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867400" y="4038600"/>
            <a:ext cx="457200" cy="285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26953" y="2790825"/>
            <a:ext cx="4738092" cy="561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8FAFC"/>
                </a:solidFill>
                <a:latin typeface="Inter"/>
              </a:rPr>
              <a:t>End of Review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67125" y="3505200"/>
            <a:ext cx="48577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Inter"/>
              </a:rPr>
              <a:t>Proposal and Feasibility Phase Completed.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23937"/>
            <a:ext cx="857250" cy="47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217527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00000"/>
                </a:solidFill>
                <a:latin typeface="Inter"/>
              </a:rPr>
              <a:t>Image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6875" y="990600"/>
            <a:ext cx="100488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Inter"/>
              </a:rPr>
              <a:t>https://media.istockphoto.com/id/2236293532/vector/the-smartphone-scans-a-persons-face-forming-a-polygonal-mesh-vector-biometric-technology.jpg?s=612x612&amp;w=0&amp;k=20&amp;c=8NApr0II31WTWQBjSiqgdM6F1NPG6h25HPLVtBxi07E=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6875" y="1343025"/>
            <a:ext cx="277415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www.istockphoto.com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